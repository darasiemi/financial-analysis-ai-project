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05B9B"/>
            </a:solidFill>
          </c:spPr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608.82</c:v>
                </c:pt>
                <c:pt idx="1">
                  <c:v>1266.19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164592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GTCO Profit Before Tax Comparison (2023 vs.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Key Financial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020824"/>
            <a:ext cx="484632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965960"/>
            <a:ext cx="4846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965960"/>
            <a:ext cx="73152" cy="2148840"/>
          </a:xfrm>
          <a:prstGeom prst="rect">
            <a:avLst/>
          </a:prstGeom>
          <a:solidFill>
            <a:srgbClr val="20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21991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2023 PBT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5B9B"/>
                </a:solidFill>
              </a:defRPr>
            </a:pPr>
            <a:r>
              <a:t>₦608.82bn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383280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2020824"/>
            <a:ext cx="484632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79" y="1965960"/>
            <a:ext cx="4846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965960"/>
            <a:ext cx="73152" cy="2148840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221991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2024 PBT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697480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6B14D"/>
                </a:solidFill>
              </a:defRPr>
            </a:pPr>
            <a:r>
              <a:t>₦1.266tn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83280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Group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Source: GTCO 2024 Annual Report, p. 247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Profit Before Tax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37943"/>
            <a:ext cx="489204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4892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148840"/>
          </a:xfrm>
          <a:prstGeom prst="rect">
            <a:avLst/>
          </a:prstGeom>
          <a:solidFill>
            <a:srgbClr val="20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3911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5B9B"/>
                </a:solidFill>
              </a:defRPr>
            </a:pPr>
            <a:r>
              <a:t>₦608.82bn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37943"/>
            <a:ext cx="489204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4892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73152" cy="2148840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3911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60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6B14D"/>
                </a:solidFill>
              </a:defRPr>
            </a:pPr>
            <a:r>
              <a:t>₦1.266tn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69280" y="2468880"/>
            <a:ext cx="56692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32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2340"/>
                </a:solidFill>
              </a:defRPr>
            </a:pPr>
            <a:r>
              <a:t>Profit before tax more than doubled.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Source: GTCO 2024 Annual Report, p. 247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Profit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44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E6B14D"/>
                </a:solidFill>
              </a:defRPr>
            </a:pPr>
            <a:r>
              <a:t>107.98%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2044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FFFFFF"/>
                </a:solidFill>
              </a:defRPr>
            </a:pPr>
            <a:r>
              <a:t>Increase in profit before 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7E1"/>
                </a:solidFill>
              </a:defRPr>
            </a:pPr>
            <a:r>
              <a:t>Source: Calculated from GTCO 2024 Annual Report, p. 247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Profit Before Tax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4241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Source: Values shown in ₦bn (GTCO 2024 Annual Report, p. 247)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GTCO 2024 Annual Report, p. 247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Calculated from annual-report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