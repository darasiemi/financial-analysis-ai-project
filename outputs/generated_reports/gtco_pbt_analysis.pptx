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05B9B"/>
            </a:solidFill>
          </c:spPr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609.31</c:v>
                </c:pt>
                <c:pt idx="1">
                  <c:v>1266.25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64592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GTCO Profit Before Tax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6F2"/>
                </a:solidFill>
              </a:defRPr>
            </a:pPr>
            <a:r>
              <a:t>2023 vs. 2024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Profit Before Tax (Group)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148840"/>
          </a:xfrm>
          <a:prstGeom prst="rect">
            <a:avLst/>
          </a:prstGeom>
          <a:solidFill>
            <a:srgbClr val="20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2023 PBT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5B9B"/>
                </a:solidFill>
              </a:defRPr>
            </a:pPr>
            <a:r>
              <a:t>₦609.31bn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73152" cy="2148840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2024 PBT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B14D"/>
                </a:solidFill>
              </a:defRPr>
            </a:pPr>
            <a:r>
              <a:t>₦1.266tn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69280" y="2468880"/>
            <a:ext cx="56692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2340"/>
                </a:solidFill>
              </a:defRPr>
            </a:pPr>
            <a:r>
              <a:t>GTCO's Group Profit Before Tax more than doubled from 2023 to 2024.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2023 Annual Report, p. 8; GTCO 2024 Annual Report, p.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Profit Before Tax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44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E6B14D"/>
                </a:solidFill>
              </a:defRPr>
            </a:pPr>
            <a:r>
              <a:t>107.82%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204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t>Percentage increase in Group Profit Before Tax from 2023 to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7E1"/>
                </a:solidFill>
              </a:defRPr>
            </a:pPr>
            <a:r>
              <a:t>Source: Calculated from GTCO annual report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GTCO Group Profit Before Tax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4241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Values shown in ₦bn (rounded)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GTCO 2023 Annual Report, p. 8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GTCO 2024 Annual Report, p. 78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Calculated from annual-report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